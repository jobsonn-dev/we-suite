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embeddedFontLst>
    <p:embeddedFont>
      <p:font typeface="Arial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4" roundtripDataSignature="AMtx7mjrIVdcgLRxXQhRadFxJZmynxIj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ArialBlac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200"/>
            <a:ext cx="9144000" cy="64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7333130" y="457200"/>
            <a:ext cx="842683" cy="3048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114800" y="533400"/>
            <a:ext cx="2209800" cy="1219200"/>
          </a:xfrm>
          <a:prstGeom prst="wedgeEllipseCallout">
            <a:avLst>
              <a:gd fmla="val 89380" name="adj1"/>
              <a:gd fmla="val -38043" name="adj2"/>
            </a:avLst>
          </a:prstGeom>
          <a:solidFill>
            <a:srgbClr val="8CB3E3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334435" y="841809"/>
            <a:ext cx="1828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on Register tab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0" y="17925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REGISTRATION PROCESS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200"/>
            <a:ext cx="9143999" cy="640079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 – USER CATEGORY SELECTION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33400" y="685800"/>
            <a:ext cx="2667000" cy="914400"/>
          </a:xfrm>
          <a:prstGeom prst="wedgeEllipseCallout">
            <a:avLst>
              <a:gd fmla="val 82308" name="adj1"/>
              <a:gd fmla="val 34476" name="adj2"/>
            </a:avLst>
          </a:prstGeom>
          <a:solidFill>
            <a:srgbClr val="8CB3E3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62000" y="838200"/>
            <a:ext cx="21291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registration criteria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4191000" y="1411940"/>
            <a:ext cx="3124200" cy="3810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200"/>
            <a:ext cx="9144000" cy="64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/>
          <p:nvPr/>
        </p:nvSpPr>
        <p:spPr>
          <a:xfrm>
            <a:off x="1295400" y="4038600"/>
            <a:ext cx="2286000" cy="1371600"/>
          </a:xfrm>
          <a:prstGeom prst="wedgeEllipseCallout">
            <a:avLst>
              <a:gd fmla="val 64838" name="adj1"/>
              <a:gd fmla="val -144284" name="adj2"/>
            </a:avLst>
          </a:prstGeom>
          <a:solidFill>
            <a:srgbClr val="8CB3E3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398756" y="4316505"/>
            <a:ext cx="21291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Company name to be provided in user name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581400" y="2317375"/>
            <a:ext cx="2590800" cy="3810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 – USER CATEGORY SELECTION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457200"/>
            <a:ext cx="9143999" cy="64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400800" y="2286000"/>
            <a:ext cx="2667000" cy="25908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200400" y="4876800"/>
            <a:ext cx="2286000" cy="1371600"/>
          </a:xfrm>
          <a:prstGeom prst="wedgeEllipseCallout">
            <a:avLst>
              <a:gd fmla="val 83662" name="adj1"/>
              <a:gd fmla="val -80231" name="adj2"/>
            </a:avLst>
          </a:prstGeom>
          <a:solidFill>
            <a:srgbClr val="8CB3E3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276600" y="5238999"/>
            <a:ext cx="21291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business type from drop down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 – USER CATEGORY SELECTION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200"/>
            <a:ext cx="9144000" cy="64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370730" y="2667000"/>
            <a:ext cx="2743200" cy="27432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52400" y="4953000"/>
            <a:ext cx="2286000" cy="1066800"/>
          </a:xfrm>
          <a:prstGeom prst="wedgeEllipseCallout">
            <a:avLst>
              <a:gd fmla="val 89153" name="adj1"/>
              <a:gd fmla="val -135692" name="adj2"/>
            </a:avLst>
          </a:prstGeom>
          <a:solidFill>
            <a:srgbClr val="8CB3E3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228600" y="5064189"/>
            <a:ext cx="21291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business nature from drop down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891120" y="5486400"/>
            <a:ext cx="3509680" cy="369332"/>
          </a:xfrm>
          <a:prstGeom prst="rect">
            <a:avLst/>
          </a:prstGeom>
          <a:solidFill>
            <a:srgbClr val="8CB3E3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selection can be done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 – USER CATEGORY SELECTION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200"/>
            <a:ext cx="9144000" cy="64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370730" y="3124200"/>
            <a:ext cx="5316070" cy="4572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676400" y="4800600"/>
            <a:ext cx="1981200" cy="838200"/>
          </a:xfrm>
          <a:prstGeom prst="wedgeEllipseCallout">
            <a:avLst>
              <a:gd fmla="val 47464" name="adj1"/>
              <a:gd fmla="val -187030" name="adj2"/>
            </a:avLst>
          </a:prstGeom>
          <a:solidFill>
            <a:srgbClr val="8CB3E3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600200" y="5029200"/>
            <a:ext cx="21291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user type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5 – USER CATEGORY SELECTION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200"/>
            <a:ext cx="9144000" cy="64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505200" y="3487270"/>
            <a:ext cx="5562600" cy="12954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590800" y="5334000"/>
            <a:ext cx="2667000" cy="1143000"/>
          </a:xfrm>
          <a:prstGeom prst="wedgeEllipseCallout">
            <a:avLst>
              <a:gd fmla="val 42163" name="adj1"/>
              <a:gd fmla="val -96691" name="adj2"/>
            </a:avLst>
          </a:prstGeom>
          <a:solidFill>
            <a:srgbClr val="8CB3E3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743200" y="5562600"/>
            <a:ext cx="228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valid credentials &amp; submit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6 – USER CREDENTIALS REGISTRATION 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800" y="5181600"/>
            <a:ext cx="1620379" cy="1398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57200"/>
            <a:ext cx="9110472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81000" y="1143000"/>
            <a:ext cx="8382000" cy="32766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57200" y="5334000"/>
            <a:ext cx="2667000" cy="1066800"/>
          </a:xfrm>
          <a:prstGeom prst="wedgeEllipseCallout">
            <a:avLst>
              <a:gd fmla="val 31407" name="adj1"/>
              <a:gd fmla="val -127672" name="adj2"/>
            </a:avLst>
          </a:prstGeom>
          <a:solidFill>
            <a:srgbClr val="8CB3E3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09600" y="548640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 OTP &amp; verify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SUBMIT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7 – USER CREDENTIALS REGISTRATION 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006355" y="556260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YOU ARE SET TO GO</a:t>
            </a:r>
            <a:endParaRPr b="1" i="0" sz="1800" u="none" cap="none" strike="noStrike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8 – GSTN SUBMISSION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457200"/>
            <a:ext cx="9133985" cy="64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/>
          <p:nvPr/>
        </p:nvSpPr>
        <p:spPr>
          <a:xfrm>
            <a:off x="3200400" y="3048000"/>
            <a:ext cx="2362200" cy="685800"/>
          </a:xfrm>
          <a:prstGeom prst="wedgeEllipseCallout">
            <a:avLst>
              <a:gd fmla="val -52627" name="adj1"/>
              <a:gd fmla="val -268195" name="adj2"/>
            </a:avLst>
          </a:prstGeom>
          <a:solidFill>
            <a:srgbClr val="8CB3E3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3276600" y="3200400"/>
            <a:ext cx="228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 GSTN details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09600" y="1219200"/>
            <a:ext cx="2438400" cy="4572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52400" y="6167720"/>
            <a:ext cx="8458200" cy="369332"/>
          </a:xfrm>
          <a:prstGeom prst="rect">
            <a:avLst/>
          </a:prstGeom>
          <a:solidFill>
            <a:srgbClr val="8CB3E3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will get all details automatically after entering GSTN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3400"/>
            <a:ext cx="9144000" cy="63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9 – GSTN SUBMISSION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3124200" y="4724400"/>
            <a:ext cx="2362200" cy="914400"/>
          </a:xfrm>
          <a:prstGeom prst="wedgeEllipseCallout">
            <a:avLst>
              <a:gd fmla="val -67428" name="adj1"/>
              <a:gd fmla="val -227019" name="adj2"/>
            </a:avLst>
          </a:prstGeom>
          <a:solidFill>
            <a:srgbClr val="8CB3E3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169025" y="490818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from the drop down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66165" y="2003610"/>
            <a:ext cx="8686800" cy="10668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533400"/>
            <a:ext cx="9140563" cy="63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0" name="Google Shape;190;p11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10 – Company business details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1524000" y="560295"/>
            <a:ext cx="6553200" cy="369332"/>
          </a:xfrm>
          <a:prstGeom prst="rect">
            <a:avLst/>
          </a:prstGeom>
          <a:solidFill>
            <a:srgbClr val="C5D8F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applicable details and Submit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3400"/>
            <a:ext cx="9144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11 – Select Industry hierarchy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1905000" y="2895600"/>
            <a:ext cx="9144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4953000" y="2895600"/>
            <a:ext cx="9144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304800" y="5943600"/>
            <a:ext cx="6781800" cy="646331"/>
          </a:xfrm>
          <a:prstGeom prst="rect">
            <a:avLst/>
          </a:prstGeom>
          <a:solidFill>
            <a:srgbClr val="8CB3E3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selection of hierarchy (Multiple selection available)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click Add To Select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5472955"/>
            <a:ext cx="8477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990600"/>
            <a:ext cx="2209800" cy="304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2"/>
          <p:cNvSpPr/>
          <p:nvPr/>
        </p:nvSpPr>
        <p:spPr>
          <a:xfrm rot="-1315498">
            <a:off x="7110437" y="5610233"/>
            <a:ext cx="9144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12 – Select Industry hierarchy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200"/>
            <a:ext cx="9144000" cy="64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200" y="6181165"/>
            <a:ext cx="28956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0820" y="6176685"/>
            <a:ext cx="28956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3"/>
          <p:cNvSpPr/>
          <p:nvPr/>
        </p:nvSpPr>
        <p:spPr>
          <a:xfrm>
            <a:off x="116540" y="6425913"/>
            <a:ext cx="6781800" cy="369332"/>
          </a:xfrm>
          <a:prstGeom prst="rect">
            <a:avLst/>
          </a:prstGeom>
          <a:solidFill>
            <a:srgbClr val="8CB3E3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adding click SAVE&amp;CONTINUE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13 – Bank details Updation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533400"/>
            <a:ext cx="9139881" cy="63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4"/>
          <p:cNvSpPr/>
          <p:nvPr/>
        </p:nvSpPr>
        <p:spPr>
          <a:xfrm>
            <a:off x="407895" y="1506070"/>
            <a:ext cx="8686800" cy="19812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1752600" y="5257800"/>
            <a:ext cx="3657600" cy="1143000"/>
          </a:xfrm>
          <a:prstGeom prst="wedgeEllipseCallout">
            <a:avLst>
              <a:gd fmla="val -28623" name="adj1"/>
              <a:gd fmla="val -198784" name="adj2"/>
            </a:avLst>
          </a:prstGeom>
          <a:solidFill>
            <a:srgbClr val="8CB3E3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1797424" y="5414685"/>
            <a:ext cx="35365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 Bank account details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CONTINUE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200"/>
            <a:ext cx="9144000" cy="64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14 – Vendor Validation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40340" y="1425385"/>
            <a:ext cx="6055660" cy="19812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1752600" y="5181600"/>
            <a:ext cx="3657600" cy="1219200"/>
          </a:xfrm>
          <a:prstGeom prst="wedgeEllipseCallout">
            <a:avLst>
              <a:gd fmla="val -29848" name="adj1"/>
              <a:gd fmla="val -192166" name="adj2"/>
            </a:avLst>
          </a:prstGeom>
          <a:solidFill>
            <a:srgbClr val="8CB3E3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1797424" y="5414685"/>
            <a:ext cx="35365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 required documents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SUBMIT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200"/>
            <a:ext cx="9144000" cy="64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15 – Vendor Dashboard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5105400" y="5181600"/>
            <a:ext cx="3962400" cy="1143000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i="1" lang="en-US" sz="1800" u="none" cap="none" strike="noStrike">
                <a:solidFill>
                  <a:schemeClr val="lt1"/>
                </a:solidFill>
                <a:latin typeface="Algerian"/>
                <a:ea typeface="Algerian"/>
                <a:cs typeface="Algerian"/>
                <a:sym typeface="Algerian"/>
              </a:rPr>
              <a:t>ALL DONE</a:t>
            </a:r>
            <a:endParaRPr b="1" i="1" sz="1800" u="none" cap="none" strike="noStrike">
              <a:solidFill>
                <a:schemeClr val="lt1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lt1"/>
                </a:solidFill>
                <a:latin typeface="Algerian"/>
                <a:ea typeface="Algerian"/>
                <a:cs typeface="Algerian"/>
                <a:sym typeface="Algerian"/>
              </a:rPr>
              <a:t>         Please wait for Admin approval</a:t>
            </a:r>
            <a:endParaRPr b="1" i="1" sz="1800" u="none" cap="none" strike="noStrike">
              <a:solidFill>
                <a:schemeClr val="lt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id="243" name="Google Shape;2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3670" y="5508736"/>
            <a:ext cx="649242" cy="560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6600" y="2057400"/>
            <a:ext cx="5156200" cy="1505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3429000"/>
            <a:ext cx="2805289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7"/>
          <p:cNvSpPr/>
          <p:nvPr/>
        </p:nvSpPr>
        <p:spPr>
          <a:xfrm>
            <a:off x="0" y="457200"/>
            <a:ext cx="919213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B050"/>
                </a:solidFill>
                <a:latin typeface="Algerian"/>
                <a:ea typeface="Algerian"/>
                <a:cs typeface="Algerian"/>
                <a:sym typeface="Algerian"/>
              </a:rPr>
              <a:t>Welcome to </a:t>
            </a:r>
            <a:endParaRPr b="1" i="0" sz="5400" u="none" cap="none" strike="noStrike">
              <a:solidFill>
                <a:srgbClr val="00B050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B050"/>
                </a:solidFill>
                <a:latin typeface="Algerian"/>
                <a:ea typeface="Algerian"/>
                <a:cs typeface="Algerian"/>
                <a:sym typeface="Algerian"/>
              </a:rPr>
              <a:t>VENDORSIN family</a:t>
            </a:r>
            <a:endParaRPr b="1" i="0" sz="5400" u="none" cap="none" strike="noStrike">
              <a:solidFill>
                <a:srgbClr val="00B05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Arun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C347C82C91CF406E90F6949B2F810634</vt:lpwstr>
  </property>
  <property fmtid="{D5CDD505-2E9C-101B-9397-08002B2CF9AE}" pid="3" name="KSOProductBuildVer">
    <vt:lpwstr>1033-11.2.0.11380</vt:lpwstr>
  </property>
</Properties>
</file>